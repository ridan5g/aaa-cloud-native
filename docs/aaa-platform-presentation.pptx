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aaa-radius-server orchestrates two independent backend services optimized for their workloads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Receives Access-Requests from network equipment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2E75B6"/>
                </a:solidFill>
              </a:rPr>
              <a:t>Stage 1: GET /lookup (every request)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5A623"/>
                </a:solidFill>
              </a:rPr>
              <a:t>Stage 2: POST /first-connection (on 404 only)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Returns 404 to trigger first-connection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WRITE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First-connection: allocates IP + creates profile on 404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253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IPs per /24 Pool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subscriber_imsis.imsi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Triggers Stage 2 first-connection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subscriber_imsis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aaa-radius-server falls through to Stage 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 {imsi, apn, imei}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FOR UPDATE SKIP LOCKED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Stage 2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device_id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Access-Accept.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Same device_id &amp; 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One IP allocated per card; all sibling slots pre-provisioned in a single transaction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404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/first-connection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- 278770...000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IP allocated from pool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 1 + Slot 2 both INSERTed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2 never runs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ONE IP allocated per physical card, regardless of IMSI count. All slots share the same IP address.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8 PostgreSQL Tables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subscriber_profiles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device_id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subscriber_imsis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subscriber_apn_ips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subscriber_iccid_ips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 DELETE both types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device_id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"message": "Must be 15 digits"}]}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Two-stage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Platform Engineering</cp:lastModifiedBy>
  <cp:revision>1</cp:revision>
  <dcterms:created xsi:type="dcterms:W3CDTF">2026-03-14T19:08:08Z</dcterms:created>
  <dcterms:modified xsi:type="dcterms:W3CDTF">2026-03-14T19:08:08Z</dcterms:modified>
</cp:coreProperties>
</file>