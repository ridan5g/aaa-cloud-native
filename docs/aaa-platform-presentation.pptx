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1" r:id="rId22"/>
    <p:sldId id="272" r:id="rId2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6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6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2" name="Oval 11"/>
          <p:cNvSpPr/>
          <p:nvPr/>
        </p:nvSpPr>
        <p:spPr>
          <a:xfrm>
            <a:off x="1405000" y="159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1275000" y="152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Lookup 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3850000" y="1520000"/>
            <a:ext cx="250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1st Connection &amp;
Provisioning</a:t>
            </a:r>
          </a:p>
        </p:txBody>
      </p:sp>
      <p:sp>
        <p:nvSpPr>
          <p:cNvPr id="15" name="Oval 14"/>
          <p:cNvSpPr/>
          <p:nvPr/>
        </p:nvSpPr>
        <p:spPr>
          <a:xfrm>
            <a:off x="7825000" y="1500000"/>
            <a:ext cx="750000" cy="4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6" name="Oval 15"/>
          <p:cNvSpPr/>
          <p:nvPr/>
        </p:nvSpPr>
        <p:spPr>
          <a:xfrm>
            <a:off x="8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7" name="Oval 16"/>
          <p:cNvSpPr/>
          <p:nvPr/>
        </p:nvSpPr>
        <p:spPr>
          <a:xfrm>
            <a:off x="32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8" name="Oval 17"/>
          <p:cNvSpPr/>
          <p:nvPr/>
        </p:nvSpPr>
        <p:spPr>
          <a:xfrm>
            <a:off x="56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0000" y="3735000"/>
            <a:ext cx="860000" cy="250000"/>
          </a:xfrm>
          <a:prstGeom prst="roundRect">
            <a:avLst/>
          </a:prstGeom>
          <a:solidFill>
            <a:srgbClr val="70AD47"/>
          </a:solidFill>
          <a:ln w="63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QA Automation</a:t>
            </a:r>
          </a:p>
        </p:txBody>
      </p:sp>
      <p:cxnSp>
        <p:nvCxnSpPr>
          <p:cNvPr id="101" name="arrow101"/>
          <p:cNvCxnSpPr/>
          <p:nvPr/>
        </p:nvCxnSpPr>
        <p:spPr>
          <a:xfrm flipH="1">
            <a:off x="2100000" y="1010000"/>
            <a:ext cx="1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2" name="arrow102"/>
          <p:cNvCxnSpPr/>
          <p:nvPr/>
        </p:nvCxnSpPr>
        <p:spPr>
          <a:xfrm>
            <a:off x="2200000" y="1010000"/>
            <a:ext cx="29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3" name="arrow103"/>
          <p:cNvCxnSpPr/>
          <p:nvPr/>
        </p:nvCxnSpPr>
        <p:spPr>
          <a:xfrm flipH="1">
            <a:off x="2100000" y="1010000"/>
            <a:ext cx="19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4" name="arrow104"/>
          <p:cNvCxnSpPr/>
          <p:nvPr/>
        </p:nvCxnSpPr>
        <p:spPr>
          <a:xfrm>
            <a:off x="4050000" y="1010000"/>
            <a:ext cx="10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5" name="arrow105"/>
          <p:cNvCxnSpPr/>
          <p:nvPr/>
        </p:nvCxnSpPr>
        <p:spPr>
          <a:xfrm flipH="1">
            <a:off x="2100000" y="1010000"/>
            <a:ext cx="3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6" name="arrow106"/>
          <p:cNvCxnSpPr/>
          <p:nvPr/>
        </p:nvCxnSpPr>
        <p:spPr>
          <a:xfrm flipH="1">
            <a:off x="5100000" y="1010000"/>
            <a:ext cx="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7" name="arrow107"/>
          <p:cNvCxnSpPr/>
          <p:nvPr/>
        </p:nvCxnSpPr>
        <p:spPr>
          <a:xfrm flipH="1">
            <a:off x="1500000" y="1880000"/>
            <a:ext cx="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8" name="arrow108"/>
          <p:cNvCxnSpPr/>
          <p:nvPr/>
        </p:nvCxnSpPr>
        <p:spPr>
          <a:xfrm>
            <a:off x="2100000" y="1880000"/>
            <a:ext cx="18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9" name="arrow109"/>
          <p:cNvCxnSpPr/>
          <p:nvPr/>
        </p:nvCxnSpPr>
        <p:spPr>
          <a:xfrm>
            <a:off x="2100000" y="1880000"/>
            <a:ext cx="4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0" name="arrow110"/>
          <p:cNvCxnSpPr/>
          <p:nvPr/>
        </p:nvCxnSpPr>
        <p:spPr>
          <a:xfrm flipH="1">
            <a:off x="1500000" y="1880000"/>
            <a:ext cx="3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1" name="arrow111"/>
          <p:cNvCxnSpPr/>
          <p:nvPr/>
        </p:nvCxnSpPr>
        <p:spPr>
          <a:xfrm flipH="1">
            <a:off x="39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2" name="arrow112"/>
          <p:cNvCxnSpPr/>
          <p:nvPr/>
        </p:nvCxnSpPr>
        <p:spPr>
          <a:xfrm>
            <a:off x="51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3" name="arrow113"/>
          <p:cNvCxnSpPr/>
          <p:nvPr/>
        </p:nvCxnSpPr>
        <p:spPr>
          <a:xfrm flipH="1">
            <a:off x="440000" y="2930000"/>
            <a:ext cx="10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4" name="arrow114"/>
          <p:cNvCxnSpPr/>
          <p:nvPr/>
        </p:nvCxnSpPr>
        <p:spPr>
          <a:xfrm flipH="1">
            <a:off x="1040000" y="2930000"/>
            <a:ext cx="4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5" name="arrow115"/>
          <p:cNvCxnSpPr/>
          <p:nvPr/>
        </p:nvCxnSpPr>
        <p:spPr>
          <a:xfrm>
            <a:off x="1500000" y="2930000"/>
            <a:ext cx="1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6" name="arrow116"/>
          <p:cNvCxnSpPr/>
          <p:nvPr/>
        </p:nvCxnSpPr>
        <p:spPr>
          <a:xfrm>
            <a:off x="1500000" y="2930000"/>
            <a:ext cx="7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7" name="arrow117"/>
          <p:cNvCxnSpPr/>
          <p:nvPr/>
        </p:nvCxnSpPr>
        <p:spPr>
          <a:xfrm flipH="1">
            <a:off x="3100000" y="2930000"/>
            <a:ext cx="8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8" name="arrow118"/>
          <p:cNvCxnSpPr/>
          <p:nvPr/>
        </p:nvCxnSpPr>
        <p:spPr>
          <a:xfrm flipH="1">
            <a:off x="3700000" y="2930000"/>
            <a:ext cx="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9" name="arrow119"/>
          <p:cNvCxnSpPr/>
          <p:nvPr/>
        </p:nvCxnSpPr>
        <p:spPr>
          <a:xfrm>
            <a:off x="3900000" y="2930000"/>
            <a:ext cx="4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0" name="arrow120"/>
          <p:cNvCxnSpPr/>
          <p:nvPr/>
        </p:nvCxnSpPr>
        <p:spPr>
          <a:xfrm>
            <a:off x="3900000" y="2930000"/>
            <a:ext cx="10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1" name="arrow121"/>
          <p:cNvCxnSpPr/>
          <p:nvPr/>
        </p:nvCxnSpPr>
        <p:spPr>
          <a:xfrm flipH="1">
            <a:off x="5750000" y="2930000"/>
            <a:ext cx="5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2" name="arrow122"/>
          <p:cNvCxnSpPr/>
          <p:nvPr/>
        </p:nvCxnSpPr>
        <p:spPr>
          <a:xfrm>
            <a:off x="6300000" y="2930000"/>
            <a:ext cx="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3" name="arrow123"/>
          <p:cNvCxnSpPr/>
          <p:nvPr/>
        </p:nvCxnSpPr>
        <p:spPr>
          <a:xfrm flipH="1">
            <a:off x="6350000" y="1700000"/>
            <a:ext cx="1670000" cy="1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1" name="arrow501"/>
          <p:cNvCxnSpPr/>
          <p:nvPr/>
        </p:nvCxnSpPr>
        <p:spPr>
          <a:xfrm flipH="1" flipV="1">
            <a:off x="6300000" y="2930000"/>
            <a:ext cx="1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2" name="arrow502"/>
          <p:cNvCxnSpPr/>
          <p:nvPr/>
        </p:nvCxnSpPr>
        <p:spPr>
          <a:xfrm flipH="1" flipV="1">
            <a:off x="3900000" y="2930000"/>
            <a:ext cx="36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RADIUS Authentication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" cy="4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" y="490000"/>
            <a:ext cx="9064000" cy="462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Stage 2: POST /first-connection (on 404 only)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10,000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Access request per sec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imsi2device.imsi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Triggers Stage 2 first-connection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imsi2device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aaa-radius-server falls through to Stage 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Stage 2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device_id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Access-Accept.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device_id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404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never runs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device_id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device_id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"message": "Must be 15 digits"}]}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Two-stage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device_apn_ips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device_apn_ips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2026-03-15T15:39:26Z</dcterms:created>
  <dcterms:modified xsi:type="dcterms:W3CDTF">2026-03-15T15:39:26Z</dcterms:modified>
</cp:coreProperties>
</file>