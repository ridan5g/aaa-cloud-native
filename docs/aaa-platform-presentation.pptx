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aaa-radius-server orchestrates two independent backend services optimized for their workloads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Receives Access-Requests from network equipment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E75B6"/>
                </a:solidFill>
              </a:rPr>
              <a:t>Stage 1: GET /lookup (every request)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5A623"/>
                </a:solidFill>
              </a:rPr>
              <a:t>POST /first-connection (called by lookup pod internally, on DB miss)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Returns 404 to trigger first-connection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WRITE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First-connection: allocates IP + creates profile on 404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IPs per /24 Pool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imsi2sim.imsi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(no range config)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imsi2sim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aaa-lookup-service calls POST /first-connection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aaa-lookup-service: 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First-Connection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sim_id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aaa-lookup-service returns 200 to aaa-radius-server. Access-Accept issued.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sim_id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DB miss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 calls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first-conn never called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sim_id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imsi2sim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sim_id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"message": "Must be 15 digits"}]}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First-connection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sim_apn_ips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sim_apn_ips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2026-03-25T05:14:18Z</dcterms:created>
  <dcterms:modified xsi:type="dcterms:W3CDTF">2026-03-25T05:14:18Z</dcterms:modified>
</cp:coreProperties>
</file>